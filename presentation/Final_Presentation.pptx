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Deepfake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4FB3BF"/>
                </a:solidFill>
              </a:rPr>
              <a:t>ResNet-50 + Threshold Calibration on FaceForensics++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FB3BF"/>
                </a:solidFill>
              </a:rPr>
              <a:t>Final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Deepfakes are AI-generated face manipulations that are increasingly indistinguishable from real video.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Manual detection is unreliable; automated, frame-accurate detection is needed for moderation, journalism, and forensics.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Goal: classify a short uploaded video as REAL or FAKE with calibrated confidence.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Constraint: this implementation runs on a low-end laptop CPU (Intel i5-7200U, 8 GB RAM, no GPU).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Dataset — FaceForensics++ subset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Split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Real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Fake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700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150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150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1 000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Per video: extract 32 evenly-spaced frames using OpenCV (cv2.CAP_PROP_POS_FRAMES seek).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Per frame: detect the most prominent face with facenet-pytorch MTCNN (margin 20 px).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Crop and resize to 224 × 224, save as JPEG. ImageNet mean/std normalisation at load time.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Split CSVs (train/val/test) generated by src/preprocessing/create_splits.py with stratified ratios.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7A8A"/>
                </a:solidFill>
              </a:rPr>
              <a:t>Output: 32 000 face crops at 224×224 (~1 GB on disk).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Inference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194560" cy="2011680"/>
          </a:xfrm>
          <a:prstGeom prst="roundRect">
            <a:avLst/>
          </a:prstGeom>
          <a:solidFill>
            <a:srgbClr val="4FB3B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F3B"/>
                </a:solidFill>
              </a:rPr>
              <a:t>Upload</a:t>
            </a:r>
          </a:p>
          <a:p>
            <a:pPr algn="ctr"/>
            <a:r>
              <a:rPr sz="1400" b="0">
                <a:solidFill>
                  <a:srgbClr val="1B1F3B"/>
                </a:solidFill>
              </a:rPr>
              <a:t>.mp4 / .avi / .mov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2194560" cy="2011680"/>
          </a:xfrm>
          <a:prstGeom prst="roundRect">
            <a:avLst/>
          </a:prstGeom>
          <a:solidFill>
            <a:srgbClr val="4FB3B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F3B"/>
                </a:solidFill>
              </a:rPr>
              <a:t>Extract Frames</a:t>
            </a:r>
          </a:p>
          <a:p>
            <a:pPr algn="ctr"/>
            <a:r>
              <a:rPr sz="1400" b="0">
                <a:solidFill>
                  <a:srgbClr val="1B1F3B"/>
                </a:solidFill>
              </a:rPr>
              <a:t>(OpenCV, 32 evenly-spaced)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0" y="2011680"/>
            <a:ext cx="2194560" cy="2011680"/>
          </a:xfrm>
          <a:prstGeom prst="roundRect">
            <a:avLst/>
          </a:prstGeom>
          <a:solidFill>
            <a:srgbClr val="4FB3B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F3B"/>
                </a:solidFill>
              </a:rPr>
              <a:t>MTCNN Face Detect</a:t>
            </a:r>
          </a:p>
          <a:p>
            <a:pPr algn="ctr"/>
            <a:r>
              <a:rPr sz="1400" b="0">
                <a:solidFill>
                  <a:srgbClr val="1B1F3B"/>
                </a:solidFill>
              </a:rPr>
              <a:t>(224×224 + 20-px margin)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2011680"/>
            <a:ext cx="2194560" cy="2011680"/>
          </a:xfrm>
          <a:prstGeom prst="roundRect">
            <a:avLst/>
          </a:prstGeom>
          <a:solidFill>
            <a:srgbClr val="4FB3B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F3B"/>
                </a:solidFill>
              </a:rPr>
              <a:t>ResNet-50 CNN</a:t>
            </a:r>
          </a:p>
          <a:p>
            <a:pPr algn="ctr"/>
            <a:r>
              <a:rPr sz="1400" b="0">
                <a:solidFill>
                  <a:srgbClr val="1B1F3B"/>
                </a:solidFill>
              </a:rPr>
              <a:t>(per-frame fake prob)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2011680"/>
            <a:ext cx="2194560" cy="2011680"/>
          </a:xfrm>
          <a:prstGeom prst="roundRect">
            <a:avLst/>
          </a:prstGeom>
          <a:solidFill>
            <a:srgbClr val="4FB3BF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B1F3B"/>
                </a:solidFill>
              </a:rPr>
              <a:t>Mean Pool + Threshold</a:t>
            </a:r>
          </a:p>
          <a:p>
            <a:pPr algn="ctr"/>
            <a:r>
              <a:rPr sz="1400" b="0">
                <a:solidFill>
                  <a:srgbClr val="1B1F3B"/>
                </a:solidFill>
              </a:rPr>
              <a:t>(0.75)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43200" y="2788920"/>
            <a:ext cx="182880" cy="36576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5120640" y="2788920"/>
            <a:ext cx="182880" cy="36576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498079" y="2788920"/>
            <a:ext cx="182880" cy="36576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9875520" y="2788920"/>
            <a:ext cx="182880" cy="365760"/>
          </a:xfrm>
          <a:prstGeom prst="rightArrow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6E7A8A"/>
                </a:solidFill>
              </a:rPr>
              <a:t>Output: REAL / FAKE label  +  confidence (0–100 %)  +  per-frame diagnostics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Iteration 1 — frozen ImageNet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Cached frozen ImageNet ResNet-50 features per video (no GPU required).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Trained BiLSTM head on cached tensors with WeightedRandomSampler.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Result: test ROC-AUC = 0.44 — the head learned features that anti-correlate with truth on test.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Even logistic regression on mean-pooled features hit only ROC-AUC 0.51 — the features themselves were the problem.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Diagnosis: ImageNet features capture object semantics, not deepfake-specific artefacts.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6E7A8A"/>
                </a:solidFill>
              </a:rPr>
              <a:t>Failure was informative — it isolated the feature representation as the binding constraint.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Iteration 3 — fine-tuned CNN as backbone (deployed)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Replaced the frozen ImageNet backbone with the trained CNN baseline (its layer4 was fine-tuned on this dataset).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Re-cached features → fed cached tensors to a small BiLSTM head (hidden=128, 1 layer, dropout 0.5).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Same training pipeline (WeightedRandomSampler, macro-F1 early stop) — only the features changed.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Result: test ROC-AUC jumped 0.44 → 0.87, accuracy 66 % → 82 %, real-recall 27 % → 73 %.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Lesson: feature representation matters more than head architecture. Fine-tuning the right thing is decisive.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Training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Loss: BCEWithLogitsLoss; Optimiser: Adam (lr=1e-3, weight_decay=1e-3) for the head.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Class imbalance handled via WeightedRandomSampler (4:1 fake:real → uniform per batch).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Early stopping on val MACRO-F1 (not accuracy) so a 'predict-everything-fake' collapse cannot win.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ReduceLROnPlateau scheduler halves LR after 3 epochs without improvement.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Threshold calibration: sweep 0.05 → 0.95 on val, pick threshold maximising macro-F1.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Best val macro-F1 achieved: 0.774 at threshold 0.575 (epoch 12 of 40).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Final results — Hybrid v3 (deployed) vs CNN baseline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Hybrid v3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CNN baseline</a:t>
                      </a:r>
                    </a:p>
                  </a:txBody>
                  <a:tcPr>
                    <a:solidFill>
                      <a:srgbClr val="02809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Test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80.00 %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77.58 %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0.8703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0.7657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0.7309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0.6433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F1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0.5946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0.4258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Recall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0.7333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0.4156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Decision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0.750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B1F3B"/>
                          </a:solidFill>
                        </a:rPr>
                        <a:t>Test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150 videos (video-level)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B1F3B"/>
                          </a:solidFill>
                        </a:rPr>
                        <a:t>4 800 frames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Confusion matrix — Hybrid v3</a:t>
            </a:r>
          </a:p>
        </p:txBody>
      </p:sp>
      <p:pic>
        <p:nvPicPr>
          <p:cNvPr id="4" name="Picture 3" descr="hybrid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058400" cy="81057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E7A8A"/>
                </a:solidFill>
              </a:rPr>
              <a:t>Test set, threshold 0.575 — see outputs/hybrid_evaluation.txt for the full report.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Threshold sweep on validation</a:t>
            </a:r>
          </a:p>
        </p:txBody>
      </p:sp>
      <p:pic>
        <p:nvPicPr>
          <p:cNvPr id="4" name="Picture 3" descr="hybrid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0058400" cy="56517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E7A8A"/>
                </a:solidFill>
              </a:rPr>
              <a:t>Picking the macro-F1 maximiser balances real-recall vs fake-recall.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Web demo — upload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>
                <a:solidFill>
                  <a:srgbClr val="6E7A8A"/>
                </a:solidFill>
              </a:rPr>
              <a:t>[ screenshot placeholder — paste the file at F:\ml_project\deepfake-detection\presentation\screenshots\app_index.png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E7A8A"/>
                </a:solidFill>
              </a:rPr>
              <a:t>Drag-and-drop upload, AJAX submit, in-place result rendering. See DEMO_RECORDING_SCRIPT.md.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Web demo — prediction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i="1">
                <a:solidFill>
                  <a:srgbClr val="6E7A8A"/>
                </a:solidFill>
              </a:rPr>
              <a:t>[ screenshot placeholder — paste the file at F:\ml_project\deepfake-detection\presentation\screenshots\app_result.png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6E7A8A"/>
                </a:solidFill>
              </a:rPr>
              <a:t>Confidence bar, per-frame diagnostics, processing time. Inference: ~15 s per video on this CPU.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Challenges &amp;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Class imbalance (4:1 fake:real) → WeightedRandomSampler + threshold calibration.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No GPU → cache features once, train only small heads on cached tensors (~10 min vs ~50 hr/epoch end-to-end).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Small training set (700 videos) → heavy regularisation (dropout 0.5, weight_decay 1e-3, early stopping on macro-F1).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First hybrid attempt failed (frozen ImageNet features) → swapped backbone to the fine-tuned CNN baseline; ROC-AUC jumped 0.44 → 0.87.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Mid-prediction crashes on bad uploads → typed PreprocessingError / PredictionError in the Flask layer.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Real-class recall ≈ 42 % — a meaningful fraction of authentic videos are mislabeled FAKE.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Trained on a 700-video subset of FaceForensics++; published results in the 90 %+ range fine-tune the backbone end-to-end on a GPU.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Bounded by 224 × 224 face crops × 32 frames; no body cues, no audio, no compression-domain features.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Designed as a course demo, not for forensic use.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GPU end-to-end fine-tuning of ResNet-50 (Colab T4 free tier) — projected accuracy 88-93 %.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Backbone swap: XceptionNet pretrained on FaceForensics++ (purpose-built features for deepfake artefacts).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Larger training set + augmentation (compression, blur, brightness) for robustness.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Multi-modal: include audio analysis and lip-sync consistency as additional signals.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B1F3B"/>
                </a:solidFill>
              </a:rPr>
              <a:t>• Real-time inference: ONNX export + quantisation for video-stream-rate prediction.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200" b="1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4FB3BF"/>
                </a:solidFill>
              </a:rPr>
              <a:t>Code, docs, and full diagnostics on the project repo.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